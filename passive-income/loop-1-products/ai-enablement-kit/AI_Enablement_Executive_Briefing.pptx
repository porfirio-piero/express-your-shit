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Enablement Program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adoption is accelerating across all industries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Competitors are investing in AI programs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Without governance, shadow AI creates risk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cost of waiting exceeds the cost of acting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proposals received via intake form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Scored on: Impact, Feasibility, Data Readiness, Risk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3 ready for pilot: Customer Support, Invoice Processing, Content Generation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value: $2.1M estimated annual impact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47-item governance checklist across 8 domains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privacy, model risk, vendor management, compliance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management, incident response, monitoring, training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review cadence with steering committee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high-risk proposals flagged for additional review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require legal/compliance sign-off before proceeding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vendor security review pending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risks documented and mitigations identified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program KPIs tracked monthly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Adoption rate, use-case throughput, time-to-value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per successful implementation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compliance score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impact (revenue, cost savings)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1-2: Foundation — governance setup, intake form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3-4: First Wave — pilot selection, data assessment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5-8: Execution — pilot launch, monitoring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9-12: Scale — results reporting, pipeline expansion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Responsibilities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 Sponsor: [Executive Name]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 Lead: [IT Director]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Lead: [Compliance/Risk]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Lead: [Data Engineering]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Liaisons: [Per business unit]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Resources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Pilot budget: $50K (tools, compute, training)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Staff: 2 FTEs (program lead + data engineer)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evaluation: 3 AI platforms under review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Training: Organization-wide AI awareness (Q2)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ROI projection: 3-6 month payback on top use cases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generation assistant (Marketing) — 2 weeks to deploy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Invoice processing automation (Finance) — 4 weeks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support chatbot (Operations) — 6 weeks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Estimated first-year savings: $340K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[Gantt chart placeholder — customize with your dates]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Foundation + Pilot Selection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Pilot Execution + Training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Scale + Governance Refinement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Organization-wide Rollout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pilot budget ($50K)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program sponsor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 steering committee kickoff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Begin intake form distribution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[Your Name]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Email]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Phone]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Enablement Program - Executive Briefing</dc:title>
  <dc:subject>PptxGenJS Presentation</dc:subject>
  <dc:creator>Piero Porfirio</dc:creator>
  <cp:lastModifiedBy>Piero Porfirio</cp:lastModifiedBy>
  <cp:revision>1</cp:revision>
  <dcterms:created xsi:type="dcterms:W3CDTF">2026-07-12T22:41:23Z</dcterms:created>
  <dcterms:modified xsi:type="dcterms:W3CDTF">2026-07-12T22:41:23Z</dcterms:modified>
</cp:coreProperties>
</file>